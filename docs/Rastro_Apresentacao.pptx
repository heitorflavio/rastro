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Distribuição de testes por camada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Auth</c:v>
                  </c:pt>
                  <c:pt idx="1">
                    <c:v>Livewire</c:v>
                  </c:pt>
                  <c:pt idx="2">
                    <c:v>Entregas</c:v>
                  </c:pt>
                  <c:pt idx="3">
                    <c:v>Entregadores</c:v>
                  </c:pt>
                  <c:pt idx="4">
                    <c:v>OSRM</c:v>
                  </c:pt>
                  <c:pt idx="5">
                    <c:v>Action</c:v>
                  </c:pt>
                  <c:pt idx="6">
                    <c:v>Roteirizar</c:v>
                  </c:pt>
                  <c:pt idx="7">
                    <c:v>ACO</c:v>
                  </c:pt>
                  <c:pt idx="8">
                    <c:v>Seeder</c:v>
                  </c:pt>
                  <c:pt idx="9">
                    <c:v>Geocoder</c:v>
                  </c:pt>
                  <c:pt idx="10">
                    <c:v>RouteOpt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33</c:v>
                </c:pt>
                <c:pt idx="1">
                  <c:v>11</c:v>
                </c:pt>
                <c:pt idx="2">
                  <c:v>10</c:v>
                </c:pt>
                <c:pt idx="3">
                  <c:v>8</c:v>
                </c:pt>
                <c:pt idx="4">
                  <c:v>6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Distância total (km) — ingênua vs. otimizada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Ordem ingênua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Cenário 1</c:v>
                  </c:pt>
                  <c:pt idx="1">
                    <c:v>Cenário 2</c:v>
                  </c:pt>
                  <c:pt idx="2">
                    <c:v>Cenário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31</c:v>
                </c:pt>
                <c:pt idx="2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Otimizada (ACO)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Cenário 1</c:v>
                  </c:pt>
                  <c:pt idx="1">
                    <c:v>Cenário 2</c:v>
                  </c:pt>
                  <c:pt idx="2">
                    <c:v>Cenário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</c:v>
                </c:pt>
                <c:pt idx="1">
                  <c:v>21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AFYA · ENGENHARIA DA COMPUTAÇÃO ·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RASTRO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web para otimização de rotas de entrega com algoritmo de Colônia de Formigas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22860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Heitor Flávio Ribeiro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Formais e Autômatos  ·  Prof. Alexandre Dantas Dias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 Claros / MG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Roteiro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527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600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milha e o impacto da ordem de visita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4300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527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1600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Caixeiro viajante, complexidade e NP-difícil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8600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3957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2743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Colônia de formigas como meta-heurística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28600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3957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2743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Markov, autômatos probabilísticos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2900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5387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2588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3886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stack e TDD com 93 testes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42900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5387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3212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32120" y="3886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em rotas reais e próximos passos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 da última milha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ordem de visita decide o custo da rota.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milha — trecho final entre o centro de distribuição e o destinatário — concentra parcela expressiva do custo da operação.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pequenas operações, decisões de roteamento são tomadas por intuição, baseadas em conhecimento tácito do território.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Rastro encapsula essa decisão em uma meta-heurística clássica, devolvida ao operador em uma interface web autenticada.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143000"/>
            <a:ext cx="3017520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paradas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1828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585216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quatrilhões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rotas possíveis. A força bruta não escala.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TSP, Karp e a fronteira da tratabilidade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Caixeiro Viajante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62763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a permutação que minimiza o custo de um circuito hamiltoniano sobre um grafo com N pontos.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4300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 (1972)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162763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polinomial do Ciclo Hamiltoniano → TSP estabelece o TSP de decisão como NP-completo.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NP permanece em aberto.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a igualdade não é provada nem refutada, abdicar da otimalidade exata em troca de tempo computacional tratável é não apenas razoável — é o caminho prático. Por isso a meta-heurística entra em cena.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do trabalho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9019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entregadores (capacidade peso/volume) e entregas com ciclo de vida.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3716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389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19019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ACO desacoplado da camada de aplicação.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716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89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19019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Nominatim e OSRM respeitando políticas de uso.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0815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35935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UI autenticada em Laravel + Livewire + Flux + Leaflet.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8803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29000" y="306324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0815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319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429000" y="35935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Conduzir todo o desenvolvimento sob TDD com Pest.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28803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06324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0815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084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17920" y="35935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em cenário real na cidade de Montes Claros (MG).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Colônia de Formigas (ACO)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Inspiração biológica, mecânica probabilística.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formiga constrói uma rota aleatória, ponderada por feromônio (memória coletiva) e heurística (preferência por vizinhos próximos).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curtos são percorridos mais vezes no mesmo intervalo — acumulam mais feromônio — atraindo ainda mais formigas: realimentação positiva.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evaporação contínua descarta trilhas pouco produtivas, evitando convergência prematura.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0" y="1143000"/>
            <a:ext cx="3200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por iteração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169164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7099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formiga monta uma rota probabilística.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224028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2585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221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custo total L_k de cada rota.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278892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807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2770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← (1 − ρ) · τ em todas as arestas.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333756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3558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3319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formiga reforça suas arestas em Q/L_k.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0" y="388620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904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rota global recebe reforço adicional.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 sob a ótica formal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transição da formiga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P(i→j) = [τ(i,j)]^α · [η(i,j)]^β  /  Σₗ [τ(i,l)]^α · [η(i,l)]^β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931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23160"/>
            <a:ext cx="73152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Markov não-homogênea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estocástica P^(t) muda a cada iteração. Para recuperar a propriedade de Markov, estende-se o espaço de estados para V × 2^V — exatamente a estrutura dos algoritmos exatos de programação dinâmica (Held; Karp, 1962).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423160"/>
            <a:ext cx="3931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42316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514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Autômato finito não-determinístico ponderado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(cidade) tem transições rotuladas para todas as próximas cidades viáveis, com pesos que somam 1. A linguagem aceita é o conjunto de sequências hamiltonianas — o ACO converge a massa de probabilidade para as de menor custo.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em camadas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7315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188720"/>
            <a:ext cx="164592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261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(Livewire)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Entregadores · Entregas · Roteirizar · RouteOptimizer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901952"/>
            <a:ext cx="0" cy="1554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057400"/>
            <a:ext cx="7315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057400"/>
            <a:ext cx="164592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1305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(casos de uso)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231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OtimizarRotaDoEntregador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770632"/>
            <a:ext cx="0" cy="1554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2926080"/>
            <a:ext cx="7315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2926080"/>
            <a:ext cx="164592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29992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(lógica)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2918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AntColonyOptimizer · Geocoder · OsrmClient · RouteOptimizer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639312"/>
            <a:ext cx="0" cy="1554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" y="3794760"/>
            <a:ext cx="7315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3794760"/>
            <a:ext cx="1645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38679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(persistência)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1605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Entregador (HasMany)  ·  Entrega (BelongsTo)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447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Laravel 13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backend PHP 8.3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6060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447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Livewire 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19933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Reatividade UI no servidor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26060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447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 UI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19933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oficiais Livewire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26060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36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 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6850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testes · 247 asserções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8803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880360"/>
            <a:ext cx="26060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136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Leaflet 1.9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29000" y="36850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client-side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88036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880360"/>
            <a:ext cx="26060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136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OSRM + Nominatim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17920" y="36850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 e roteamento OSM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TDD: Red → Green → Refactor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291840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F2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247 asserções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371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segundos em SQLite em memória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023360" y="114300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— Montes Claros (MG)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91440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MÉDIA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distância em relação à ordem ingênua de cadastro.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83280"/>
            <a:ext cx="9144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estabiliza entre 40 e 60 iterações para até 10 paradas.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023360" y="114300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do escopo e próximos passos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3931920" cy="5029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observadas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Estocasticidade: rotas podem variar entre execuções; testes determinísticos usam instâncias com ótimo conhecido.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limita a 1 req/s — cadastro em massa é lento.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é restrição rígida; não há otimização global entre múltiplos entregadores (VRP).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janelas de tempo, prioridades ou múltiplas bases.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43000"/>
            <a:ext cx="3931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para o VRP — múltiplos veículos com Clarke-Wright savings + ACO.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de tempo por entrega (TWVRP).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Re-roteirização dinâmica com chegada de novas entregas.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ACO × Simulated Annealing × GA × Lin-Kernighan.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offline-first para uso pelo entregador em campo.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92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Considerações finais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Heitor Flávio Ribeiro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Problemas combinatórios "difíceis" podem ser tratados na prática com elegância.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77340" y="237744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7340" y="23957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Formulação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claramente recortado e desacoplado da camada de aplicação.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10312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6260" y="237744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6260" y="23957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2900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 escolhido pela tratabilidade, com fundamentação formal em autômatos e Markov.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55180" y="237744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5180" y="23957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1792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TDD, fakes para serviços externos e migrações disciplinadas.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3657600" y="315468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Heitor Flávio Ribeiro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da Computação · Afya ·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— github · OpenStreetMap · Laravel + Livewire + Flux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Rastro — Apresentação</dc:title>
  <dc:subject>Linguagens Formais e Autômatos</dc:subject>
  <dc:creator>Heitor Flávio Ribeiro</dc:creator>
  <cp:lastModifiedBy>Heitor Flávio Ribeiro</cp:lastModifiedBy>
  <cp:revision>1</cp:revision>
  <dcterms:created xsi:type="dcterms:W3CDTF">2026-05-21T16:45:03Z</dcterms:created>
  <dcterms:modified xsi:type="dcterms:W3CDTF">2026-05-21T16:45:03Z</dcterms:modified>
</cp:coreProperties>
</file>